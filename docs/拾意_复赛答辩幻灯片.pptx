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22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2500" y="1905000"/>
            <a:ext cx="7620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拾意 Pickup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143250"/>
            <a:ext cx="7620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把一句话，变成一张等你点头的卡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00" y="3810000"/>
            <a:ext cx="1143000" cy="476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2500" y="4191000"/>
            <a:ext cx="7620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GOSIM Agentic App 黑客松 2026 · 复赛答辩</a:t>
            </a:r>
          </a:p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队伍：三三Claw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590550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github.com/sansanyixyz331/shiyi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消息里那句话，转身就漏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为什么需要它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9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19250"/>
            <a:ext cx="3390900" cy="314325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19250"/>
            <a:ext cx="33909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2500" y="200025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随口一句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19375"/>
            <a:ext cx="2857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「下周三我得去趟深圳」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619500"/>
            <a:ext cx="2857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说了，但谁也没记下来。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9600" y="1619250"/>
            <a:ext cx="3390900" cy="314325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9600" y="1619250"/>
            <a:ext cx="33909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6300" y="200025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群里的变动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2619375"/>
            <a:ext cx="2857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「深圳那个改到周五」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300" y="3619500"/>
            <a:ext cx="2857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信息在流动，人不在场。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400" y="1619250"/>
            <a:ext cx="3390900" cy="314325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3400" y="1619250"/>
            <a:ext cx="33909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20100" y="200025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答应过的事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100" y="2619375"/>
            <a:ext cx="2857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「记得带名片」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619500"/>
            <a:ext cx="2857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记在脑子里，到点还是忘了。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91125"/>
            <a:ext cx="1082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不是没有信息——是信息从来没有变成「安排」。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8250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它等你点头，才动手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952625"/>
            <a:ext cx="857250" cy="476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333625"/>
            <a:ext cx="5334000" cy="247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4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一句话  →  一张卡</a:t>
            </a:r>
          </a:p>
          <a:p>
            <a:pPr algn="l">
              <a:lnSpc>
                <a:spcPct val="145000"/>
              </a:lnSpc>
            </a:pPr>
            <a:endParaRPr sz="4050" b="1">
              <a:solidFill>
                <a:srgbClr val="2563E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45000"/>
              </a:lnSpc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卡不会自己动。它停在「等你确认」这一步——</a:t>
            </a:r>
          </a:p>
          <a:p>
            <a:pPr algn="l">
              <a:lnSpc>
                <a:spcPct val="145000"/>
              </a:lnSpc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你点头，它才把结果办出去；</a:t>
            </a:r>
          </a:p>
          <a:p>
            <a:pPr algn="l">
              <a:lnSpc>
                <a:spcPct val="145000"/>
              </a:lnSpc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它还一直记得你的老规矩。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191125"/>
            <a:ext cx="5334000" cy="66675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5362575"/>
            <a:ext cx="495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AI 决定它的上限，规则守住它的下限。</a:t>
            </a:r>
          </a:p>
        </p:txBody>
      </p:sp>
      <p:pic>
        <p:nvPicPr>
          <p:cNvPr id="7" name="Picture 6" descr="phone-card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188" y="1238250"/>
            <a:ext cx="2143125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它怎么走完一件事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五步，每一步都看得见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9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809750"/>
            <a:ext cx="76200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1962150"/>
            <a:ext cx="2286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2019300"/>
            <a:ext cx="8153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从原文抽出时间、地点、类型，每条都标来源。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67000"/>
            <a:ext cx="76200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600" y="2819400"/>
            <a:ext cx="2286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② 追问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2876550"/>
            <a:ext cx="8153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只问它确实不知道的，猜得出来绝不装懂。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24250"/>
            <a:ext cx="76200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0600" y="3676650"/>
            <a:ext cx="2286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③ 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800" y="3733800"/>
            <a:ext cx="8153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用你的老规矩先筛一遍，再给候选。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381500"/>
            <a:ext cx="76200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0600" y="4533900"/>
            <a:ext cx="2286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④ 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0" y="4591050"/>
            <a:ext cx="8153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旧规矩和这次新增，分开列给你看。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238750"/>
            <a:ext cx="76200" cy="7429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0600" y="5391150"/>
            <a:ext cx="2286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⑤ 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800" y="5448300"/>
            <a:ext cx="8153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回执三行：一件真做了，两件明说没动。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同一件作品，三种形态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不是摊大饼——每一形态各证一件事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9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762125"/>
            <a:ext cx="10820400" cy="125730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762125"/>
            <a:ext cx="76200" cy="1257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8700" y="1990725"/>
            <a:ext cx="2857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脚本应用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466975"/>
            <a:ext cx="3619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根 bundle/ · 0.8.6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2009775"/>
            <a:ext cx="6477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一句话现场造卡 · 自己读来源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2447925"/>
            <a:ext cx="6477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证「一句话 → 卡」这条链真的能跑。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90875"/>
            <a:ext cx="10820400" cy="125730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90875"/>
            <a:ext cx="76200" cy="1257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8700" y="3419475"/>
            <a:ext cx="2857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② L0 卡片包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895725"/>
            <a:ext cx="3619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apps/shiyi-card · 0.3.3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3438525"/>
            <a:ext cx="6477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打开即渲染五屏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0" y="3876675"/>
            <a:ext cx="6477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证整份作品遵循官方 L0 卡片规范。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19625"/>
            <a:ext cx="10820400" cy="125730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619625"/>
            <a:ext cx="76200" cy="1257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8700" y="4848225"/>
            <a:ext cx="2857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③ 系统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5324475"/>
            <a:ext cx="3619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octos/ · os.shiyi 0.3.11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4867275"/>
            <a:ext cx="6477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快览屏 · 助手原地改卡 · 桌面收邮件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3000" y="5305425"/>
            <a:ext cx="6477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证能往宿主能力上做深度扩展（技术深度证据）。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演示的两个真场景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两个来源，两个应用场景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9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38300"/>
            <a:ext cx="5219700" cy="382905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sktop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17091"/>
            <a:ext cx="2609850" cy="25856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90950" y="2152650"/>
            <a:ext cx="1905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桌面端</a:t>
            </a:r>
          </a:p>
          <a:p>
            <a:pPr algn="l">
              <a:lnSpc>
                <a:spcPct val="140000"/>
              </a:lnSpc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消息来源：邮件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0950" y="3219450"/>
            <a:ext cx="19050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邮件一到，它自己读 →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抽出时间地点钉成卡 →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到点提醒并念出来。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400" y="1638300"/>
            <a:ext cx="5257800" cy="382905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hone-read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975" y="1905000"/>
            <a:ext cx="1739900" cy="2609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53550" y="2152650"/>
            <a:ext cx="2000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手机端</a:t>
            </a:r>
          </a:p>
          <a:p>
            <a:pPr algn="l">
              <a:lnSpc>
                <a:spcPct val="140000"/>
              </a:lnSpc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消息来源：家庭日常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3550" y="3219450"/>
            <a:ext cx="20002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群里一句，它自己读 →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确认后真发回那个群 →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到点弹通知来找你。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 接在哪一层？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不在卡片里——L0 规范本身就不允许卡内调用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9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905000"/>
            <a:ext cx="7239000" cy="104775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700" y="2095500"/>
            <a:ext cx="666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卡片层（L0）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514600"/>
            <a:ext cx="666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只有 UI 声明：显示结果，不发起任何调用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81350"/>
            <a:ext cx="7239000" cy="104775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8700" y="3371850"/>
            <a:ext cx="666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宿主服务层（AI 在这里）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790950"/>
            <a:ext cx="666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 / 判断 / 写话术——由宿主侧助手完成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57700"/>
            <a:ext cx="7239000" cy="104775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8700" y="4648200"/>
            <a:ext cx="666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你自己的模型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5067300"/>
            <a:ext cx="666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换任意 OpenAI 兼容模型，作品代码零改动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500" y="1905000"/>
            <a:ext cx="3314700" cy="27813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152650"/>
            <a:ext cx="2781300" cy="2381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拿掉 AI</a:t>
            </a:r>
          </a:p>
          <a:p>
            <a:pPr algn="l">
              <a:lnSpc>
                <a:spcPct val="145000"/>
              </a:lnSpc>
            </a:pPr>
            <a:endParaRPr sz="1950" b="1">
              <a:solidFill>
                <a:srgbClr val="F59E0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45000"/>
              </a:lnSpc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它照样能用。</a:t>
            </a:r>
          </a:p>
          <a:p>
            <a:pPr algn="l">
              <a:lnSpc>
                <a:spcPct val="145000"/>
              </a:lnSpc>
            </a:pPr>
            <a:r>
              <a:rPr sz="127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助手不在时，自动退到本机规则，五屏照走、</a:t>
            </a:r>
          </a:p>
          <a:p>
            <a:pPr algn="l">
              <a:lnSpc>
                <a:spcPct val="145000"/>
              </a:lnSpc>
            </a:pPr>
            <a:r>
              <a:rPr sz="127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卡照样出——只是在卡上如实标一句</a:t>
            </a:r>
          </a:p>
          <a:p>
            <a:pPr algn="l">
              <a:lnSpc>
                <a:spcPct val="145000"/>
              </a:lnSpc>
            </a:pPr>
            <a:r>
              <a:rPr sz="127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「识别来源 · 本地规则」。</a:t>
            </a:r>
          </a:p>
          <a:p>
            <a:pPr algn="l">
              <a:lnSpc>
                <a:spcPct val="145000"/>
              </a:lnSpc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——这是承重墙，不是装饰。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150"/>
            <a:ext cx="6667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让官方工具链，在 Windows 上真的能走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90600"/>
            <a:ext cx="6858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28750"/>
            <a:ext cx="32385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48000"/>
            <a:ext cx="323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个补丁被官方合并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1000" y="1428750"/>
            <a:ext cx="7315200" cy="8763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19600" y="15811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#79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1562100"/>
            <a:ext cx="5810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包路径分隔符（Windows 反斜杠）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0" y="1905000"/>
            <a:ext cx="5810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已合并 · 官方还接力补了一笔，进契约 1.5.0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1000" y="2438400"/>
            <a:ext cx="7315200" cy="8763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9600" y="259080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#80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0" y="2571750"/>
            <a:ext cx="5810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盖章与校验不一致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0" y="2914650"/>
            <a:ext cx="5810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已合并 · 杜绝「签了必被拒」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1000" y="3448050"/>
            <a:ext cx="7315200" cy="8763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9600" y="36004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#83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0" y="3581400"/>
            <a:ext cx="5810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被拒只给一张白窗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0" y="3924300"/>
            <a:ext cx="5810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已合并 · 宿主改为画出被拒原因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1000" y="4457700"/>
            <a:ext cx="7315200" cy="8763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9600" y="461010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#64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0" y="4591050"/>
            <a:ext cx="5810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Rinx 的 Windows 构建/运行文档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0" y="4933950"/>
            <a:ext cx="5810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已合并 · Windows 上能跑有据可循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把「卡片怎么接宿主」写成能自动核的契约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#151 · 检查器与官方 Hub 的判定 6 项 6 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9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09750"/>
            <a:ext cx="5219700" cy="3619500"/>
          </a:xfrm>
          <a:prstGeom prst="roundRect">
            <a:avLst>
              <a:gd name="adj" fmla="val 5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2114550"/>
            <a:ext cx="4667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+933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819400"/>
            <a:ext cx="4667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行纯新增（文档 + 检查器）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333750"/>
            <a:ext cx="4667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这不是「多提一个 PR」——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把 L0 卡片与宿主服务之间的契约，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从「只躺在代码里」，写成了一份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可读、可核、可复用的规范。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400" y="1809750"/>
            <a:ext cx="5257800" cy="17145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0" y="2057400"/>
            <a:ext cx="4667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686050"/>
            <a:ext cx="4667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检查器判定与官方 Hub 完全一致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400" y="3771900"/>
            <a:ext cx="5257800" cy="165735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3200" y="4000500"/>
            <a:ext cx="46672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另修一个隐蔽 bug  #343</a:t>
            </a:r>
          </a:p>
          <a:p>
            <a:pPr algn="l">
              <a:lnSpc>
                <a:spcPct val="145000"/>
              </a:lnSpc>
            </a:pPr>
            <a:r>
              <a:rPr sz="127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脚本里的 local_time() 恒返回 UTC，</a:t>
            </a:r>
          </a:p>
          <a:p>
            <a:pPr algn="l">
              <a:lnSpc>
                <a:spcPct val="145000"/>
              </a:lnSpc>
            </a:pPr>
            <a:r>
              <a:rPr sz="1275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会把所有 app 的时间都写错。</a:t>
            </a:r>
          </a:p>
          <a:p>
            <a:pPr algn="l">
              <a:lnSpc>
                <a:spcPct val="145000"/>
              </a:lnSpc>
            </a:pPr>
            <a:r>
              <a:rPr sz="1125" b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（#151 / #343 均在审核中，可当场复核）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66750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给宿主加一张嘴：让 app 能说话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14450"/>
            <a:ext cx="6858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14500"/>
            <a:ext cx="7429500" cy="247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官方宿主里，「让 app 出声」原本没有——</a:t>
            </a:r>
          </a:p>
          <a:p>
            <a:pPr algn="l">
              <a:lnSpc>
                <a:spcPct val="150000"/>
              </a:lnSpc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给 app 的服务只有 octos.* / model.* / glance.*。</a:t>
            </a:r>
          </a:p>
          <a:p>
            <a:pPr algn="l">
              <a:lnSpc>
                <a:spcPct val="150000"/>
              </a:lnSpc>
            </a:pPr>
            <a:endParaRPr sz="1650" b="0">
              <a:solidFill>
                <a:srgbClr val="CBD5E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5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我们在官方既有的扩展点上，接上系统自带的朗读能力</a:t>
            </a:r>
          </a:p>
          <a:p>
            <a:pPr algn="l">
              <a:lnSpc>
                <a:spcPct val="15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（用 Android 系统 TTS，不碰内核一行）。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476750"/>
            <a:ext cx="7429500" cy="1238250"/>
          </a:xfrm>
          <a:prstGeom prst="roundRect">
            <a:avLst>
              <a:gd name="adj" fmla="val 5000"/>
            </a:avLst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0600" y="4724400"/>
            <a:ext cx="6858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从「你看了才知道」  →  「它来找你」</a:t>
            </a:r>
          </a:p>
          <a:p>
            <a:pPr algn="l">
              <a:lnSpc>
                <a:spcPct val="140000"/>
              </a:lnSpc>
            </a:pPr>
            <a:r>
              <a:rPr sz="14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到点自己弹一次提醒，还把卡念出来。</a:t>
            </a:r>
          </a:p>
        </p:txBody>
      </p:sp>
      <p:pic>
        <p:nvPicPr>
          <p:cNvPr id="9" name="Picture 8" descr="phone-notify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0" y="1238250"/>
            <a:ext cx="3175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我们如实交代的边界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宁可说清，也不含糊过去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9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09750"/>
            <a:ext cx="10820400" cy="112395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09750"/>
            <a:ext cx="76200" cy="11239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8700" y="2038350"/>
            <a:ext cx="228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9500" y="20193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演示房间与消息由演示者投放——「读消息 → 判断 → 出卡 → 回执」这条链是真的、零 mock。（读消息由 Rinx 宿主提供，官方宿主上如实降级。）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24200"/>
            <a:ext cx="10820400" cy="112395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124200"/>
            <a:ext cx="76200" cy="11239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8700" y="3352800"/>
            <a:ext cx="228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不绑定模型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33375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只声明「需要一个会回结构化输出的多语种模型」，用哪个由宿主定；换任意 OpenAI 兼容模型，作品零改动。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8650"/>
            <a:ext cx="10820400" cy="112395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4438650"/>
            <a:ext cx="76200" cy="11239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8700" y="4667250"/>
            <a:ext cx="228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样例班次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46482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行程类候选为演示样例（source: sample）——接真实票务服务前，不当事实。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评委怎么自己跑一遍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一条命令，出同样的结果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23950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09750"/>
            <a:ext cx="10820400" cy="142875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2076450"/>
            <a:ext cx="10287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B4FF"/>
                </a:solidFill>
                <a:latin typeface="Microsoft YaHei"/>
                <a:ea typeface="Microsoft YaHei"/>
                <a:cs typeface="Microsoft YaHei"/>
              </a:rPr>
              <a:t>"$HUB_BIN" check bundle --allow-unsigned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552700"/>
            <a:ext cx="10287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B4FF"/>
                </a:solidFill>
                <a:latin typeface="Microsoft YaHei"/>
                <a:ea typeface="Microsoft YaHei"/>
                <a:cs typeface="Microsoft YaHei"/>
              </a:rPr>
              <a:t>python build/verify_flow.py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9500"/>
            <a:ext cx="1082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门禁自检 → PASSED ／ 五屏端到端 + 失败态 + 长期记忆真读写，全落进 build/_evidence/。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72000"/>
            <a:ext cx="10820400" cy="95250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0600" y="4838700"/>
            <a:ext cx="10287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仓库：github.com/sansanyixyz331/shiyi  ·  Apache-2.0  ·  三形态源码 + 全部证据在仓内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627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拾意 Pickup · 三三Claw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677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500" y="2381250"/>
            <a:ext cx="10287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决定它的上限，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238500"/>
            <a:ext cx="10287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规则守住它的下限。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4476750"/>
            <a:ext cx="1143000" cy="47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500" y="4810125"/>
            <a:ext cx="10287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拾意 Pickup  ·  队伍：三三Claw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github.com/sansanyixyz331/shiyi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613</Words>
  <Application>Microsoft Office PowerPoint</Application>
  <PresentationFormat>宽屏</PresentationFormat>
  <Paragraphs>150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adves liu</cp:lastModifiedBy>
  <cp:revision>2</cp:revision>
  <dcterms:created xsi:type="dcterms:W3CDTF">2013-01-27T09:14:16Z</dcterms:created>
  <dcterms:modified xsi:type="dcterms:W3CDTF">2026-10-11T17:31:09Z</dcterms:modified>
  <cp:category/>
</cp:coreProperties>
</file>